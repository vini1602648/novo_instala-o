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2834640" cy="320040"/>
          </a:xfrm>
          <a:prstGeom prst="roundRect">
            <a:avLst>
              <a:gd name="adj" fmla="val 17143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0392" y="850392"/>
            <a:ext cx="2688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50" b="1">
                <a:solidFill>
                  <a:srgbClr val="F8FAFC"/>
                </a:solidFill>
              </a:rPr>
              <a:t>STREAMLIT • FASTAPI • NEON •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5000" b="1">
                <a:solidFill>
                  <a:srgbClr val="F8FAFC"/>
                </a:solidFill>
                <a:latin typeface="Aptos Display"/>
              </a:rPr>
              <a:t>Agenda de</a:t>
            </a:r>
            <a:endParaRPr lang="en-US" sz="5000" dirty="0"/>
          </a:p>
          <a:p>
            <a:r>
              <a:rPr sz="5000" b="1">
                <a:solidFill>
                  <a:srgbClr val="F8FAFC"/>
                </a:solidFill>
                <a:latin typeface="Aptos Display"/>
              </a:rPr>
              <a:t>Tarefas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>
                <a:solidFill>
                  <a:srgbClr val="CBD5E1"/>
                </a:solidFill>
              </a:rPr>
              <a:t>Um sistema simples pra organizar tarefas, usando tela, API e banco de dados online.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8587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50">
                <a:solidFill>
                  <a:srgbClr val="94A3B8"/>
                </a:solidFill>
              </a:rPr>
              <a:t>Projeto com login, cadastro de tarefas, data, horário, status e opção de excluir.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1143000"/>
            <a:ext cx="4754880" cy="4160520"/>
          </a:xfrm>
          <a:prstGeom prst="roundRect">
            <a:avLst>
              <a:gd name="adj" fmla="val 26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37960" y="1143000"/>
            <a:ext cx="47548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720840" y="128930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12864" y="1289304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04888" y="128930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03720" y="1920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Agenda de Tarefas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03720" y="2578608"/>
            <a:ext cx="3977640" cy="411480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14032" y="270662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F7D0"/>
                </a:solidFill>
              </a:rPr>
              <a:t>Acesso liberado. Gerencie suas tarefas abaixo.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03720" y="324612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14032" y="339242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▸  Nova Tarefa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03720" y="3977640"/>
            <a:ext cx="3977640" cy="4114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86600" y="408736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Academia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09760" y="40965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19/05 às 21:30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903720" y="4544568"/>
            <a:ext cx="3977640" cy="4114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86600" y="465429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Varrer a casa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09760" y="46634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20/05 às 12:00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Objetivo do projeto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A ideia principal do sistema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4173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" cy="1920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158191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5608" y="15636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1984248"/>
            <a:ext cx="29535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Quando a pessoa anota tudo de qualquer jeito, fica fácil esquecer o que precisa fazer.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3152" cy="1920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36008" y="158191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93208" y="15636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Solução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1984248"/>
            <a:ext cx="29535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A ideia foi criar uma agenda online pra cadastrar tarefa com data, hora e login.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93608" y="158191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50808" y="15636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Resultado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1984248"/>
            <a:ext cx="29535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No final, ficou um sistema online, conectado com API e banco de dados.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280160" y="3977640"/>
            <a:ext cx="9646920" cy="1143000"/>
          </a:xfrm>
          <a:prstGeom prst="roundRect">
            <a:avLst>
              <a:gd name="adj" fmla="val 6400"/>
            </a:avLst>
          </a:prstGeom>
          <a:solidFill>
            <a:srgbClr val="14213D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0020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22C55E"/>
                </a:solidFill>
              </a:rPr>
              <a:t>Proposta do projeto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417880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F8FAFC"/>
                </a:solidFill>
              </a:rPr>
              <a:t>Montar uma aplicação completa: tela, API, back-end e banco PostgreSQL para salvar tarefas agendadas.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Como o sistema funciona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Cada parte fazendo uma função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101827"/>
          </a:solidFill>
          <a:ln w="12700">
            <a:solidFill>
              <a:srgbClr val="F8FAF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9032" y="2221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Usuário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2679192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Entra no sistema pelo navegador.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291840" y="2057400"/>
            <a:ext cx="2057400" cy="1234440"/>
          </a:xfrm>
          <a:prstGeom prst="roundRect">
            <a:avLst>
              <a:gd name="adj" fmla="val 6667"/>
            </a:avLst>
          </a:prstGeom>
          <a:solidFill>
            <a:srgbClr val="10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29000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13632" y="22219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Streamlit Cloud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67919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É a tela onde o usuário mexe.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897880" y="2057400"/>
            <a:ext cx="2057400" cy="1234440"/>
          </a:xfrm>
          <a:prstGeom prst="roundRect">
            <a:avLst>
              <a:gd name="adj" fmla="val 6667"/>
            </a:avLst>
          </a:prstGeom>
          <a:solidFill>
            <a:srgbClr val="10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22219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FastAPI no Render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62472" y="267919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Recebe os pedidos do site e faz a lógica funcionar.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549640" y="205740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0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0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71432" y="2221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Neon PostgreSQL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14232" y="267919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Guarda os usuários e as tarefas cadastradas.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788920" y="2670048"/>
            <a:ext cx="4572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94960" y="2670048"/>
            <a:ext cx="4572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01000" y="2670048"/>
            <a:ext cx="5029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371600" y="4160520"/>
            <a:ext cx="9464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691640" y="4462272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30">
                <a:solidFill>
                  <a:srgbClr val="CBD5E1"/>
                </a:solidFill>
              </a:rPr>
              <a:t>Fluxo: o usuário cria uma tarefa → o Streamlit manda pra API → a API salva no Neon → depois a tarefa aparece na tela.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Tecnologias usadas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Cada uma foi usada pra uma parte do sistema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4173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0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9032" y="15819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203911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Foi usado pra montar a tela do sistema e deixar ela online.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0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4904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33672" y="15819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6472" y="203911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Foi usado no back-end, criando as rotas de login e tarefas.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01827"/>
          </a:solidFill>
          <a:ln w="12700">
            <a:solidFill>
              <a:srgbClr val="60A5F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68312" y="15819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203911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Foi usado pra hospedar a API na internet.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1417320"/>
            <a:ext cx="2148840" cy="1828800"/>
          </a:xfrm>
          <a:prstGeom prst="roundRect">
            <a:avLst>
              <a:gd name="adj" fmla="val 4500"/>
            </a:avLst>
          </a:prstGeom>
          <a:solidFill>
            <a:srgbClr val="10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02952" y="1581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Neon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45752" y="2039112"/>
            <a:ext cx="1819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Banco PostgreSQL online, onde os dados ficam salvos.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1097280" y="4069080"/>
            <a:ext cx="9966960" cy="1143000"/>
          </a:xfrm>
          <a:prstGeom prst="roundRect">
            <a:avLst>
              <a:gd name="adj" fmla="val 6400"/>
            </a:avLst>
          </a:prstGeom>
          <a:solidFill>
            <a:srgbClr val="14213D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417320" y="4270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1">
                <a:solidFill>
                  <a:srgbClr val="FBBF24"/>
                </a:solidFill>
              </a:rPr>
              <a:t>Integração principal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459943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50">
                <a:solidFill>
                  <a:srgbClr val="CBD5E1"/>
                </a:solidFill>
              </a:rPr>
              <a:t>A tela não mexe direto no banco. Ela chama a API, e a API faz a conexão com o Neon pela DATABASE_URL.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Funcionalidades feitas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O que já dá pra fazer no sistema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128930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38988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F8FAFC"/>
                </a:solidFill>
              </a:rPr>
              <a:t>Login de usuário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Entrar usando usuário e senha.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13055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23113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075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F8FAFC"/>
                </a:solidFill>
              </a:rPr>
              <a:t>Nova tarefa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Cadastrar título, descrição, data e hora.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297180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307238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916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F8FAFC"/>
                </a:solidFill>
              </a:rPr>
              <a:t>Listagem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00200" y="3218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As tarefas aparecem na tela depois de salvas.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81304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758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F8FAFC"/>
                </a:solidFill>
              </a:rPr>
              <a:t>Status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00200" y="4059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Marcar como pendente ou concluída.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46542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475488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4599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F8FAFC"/>
                </a:solidFill>
              </a:rPr>
              <a:t>Excluir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600200" y="4901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Apagar tarefas pela própria tela.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13258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86600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1">
                <a:solidFill>
                  <a:srgbClr val="F8FAFC"/>
                </a:solidFill>
              </a:rPr>
              <a:t>Exemplo de tarefa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86600" y="2331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Título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58200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Academia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86600" y="2971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Descrição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58200" y="2971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50" b="1">
                <a:solidFill>
                  <a:srgbClr val="CBD5E1"/>
                </a:solidFill>
              </a:rPr>
              <a:t>Fazer o treino do dia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86600" y="3611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Data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5820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19/05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86600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Horário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58200" y="4251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21:30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086600" y="4901184"/>
            <a:ext cx="1600200" cy="320040"/>
          </a:xfrm>
          <a:prstGeom prst="roundRect">
            <a:avLst>
              <a:gd name="adj" fmla="val 17143"/>
            </a:avLst>
          </a:prstGeom>
          <a:solidFill>
            <a:srgbClr val="FBBF24">
              <a:alpha val="90000"/>
            </a:srgbClr>
          </a:solidFill>
          <a:ln w="12700">
            <a:solidFill>
              <a:srgbClr val="FBBF2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59752" y="4974336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STATUS: PENDENTE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Banco de dados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Dados salvos no PostgreSQL pelo Neon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4173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10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344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1">
                <a:solidFill>
                  <a:srgbClr val="F8FAFC"/>
                </a:solidFill>
              </a:rPr>
              <a:t>Tabela: usuarios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3474720" cy="32004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340864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id: identifica cada registro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2743200"/>
            <a:ext cx="3474720" cy="32004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2843784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username: nome do usuário, sem repetir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34440" y="3246120"/>
            <a:ext cx="3474720" cy="32004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346704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password_hash: senha guardada de forma protegida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1234440"/>
            <a:ext cx="4297680" cy="3794760"/>
          </a:xfrm>
          <a:prstGeom prst="roundRect">
            <a:avLst>
              <a:gd name="adj" fmla="val 1928"/>
            </a:avLst>
          </a:prstGeom>
          <a:solidFill>
            <a:srgbClr val="101827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237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1">
                <a:solidFill>
                  <a:srgbClr val="F8FAFC"/>
                </a:solidFill>
              </a:rPr>
              <a:t>Tabela: tarefas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23760" y="2011680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06640" y="2093976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id: identifica cada registro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223760" y="2432304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06640" y="2514600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titulo: nome da tarefa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223760" y="2852928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06640" y="2935224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descricao: detalhes da tarefa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223760" y="3273552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06640" y="3355848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data: dia marcado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223760" y="3694176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06640" y="3776472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hora: horário marcado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223760" y="4114800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06640" y="4197096"/>
            <a:ext cx="3246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status: pendente ou concluída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166360" y="2926080"/>
            <a:ext cx="1554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02352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20">
                <a:solidFill>
                  <a:srgbClr val="94A3B8"/>
                </a:solidFill>
              </a:rPr>
              <a:t>Banco online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463040" y="562356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30">
                <a:solidFill>
                  <a:srgbClr val="CBD5E1"/>
                </a:solidFill>
              </a:rPr>
              <a:t>Quando a API inicia, ela cria as tabelas necessárias no Neon se ainda não existirem.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API do projeto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Rotas principais feitas com FastAPI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1234440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70432" y="1344168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70432" y="1399032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POST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176272" y="138074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/auth/register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1380744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Cadastra um usuário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1892808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101827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70432" y="2002536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70432" y="205740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POST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76272" y="203911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/auth/login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4920" y="203911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Faz login e retorna o token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2551176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70432" y="2660904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70432" y="271576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GET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176272" y="269748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/tarefas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2697480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Mostra as tarefas salvas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3209544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101827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70432" y="3319272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70432" y="3374136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POST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76272" y="335584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/tarefas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74920" y="3355848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Cria uma tarefa nova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3867912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170432" y="3977640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70432" y="403250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PUT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76272" y="401421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/tarefas/{id}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4014216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Edita dados ou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0120" y="4526280"/>
            <a:ext cx="10195560" cy="438912"/>
          </a:xfrm>
          <a:prstGeom prst="roundRect">
            <a:avLst>
              <a:gd name="adj" fmla="val 8333"/>
            </a:avLst>
          </a:prstGeom>
          <a:solidFill>
            <a:srgbClr val="101827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170432" y="4636008"/>
            <a:ext cx="749808" cy="210312"/>
          </a:xfrm>
          <a:prstGeom prst="roundRect">
            <a:avLst>
              <a:gd name="adj" fmla="val 13043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70432" y="4690872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220"/>
                </a:solidFill>
              </a:rPr>
              <a:t>DELETE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176272" y="467258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/tarefas/{id}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74920" y="4672584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CBD5E1"/>
                </a:solidFill>
              </a:rPr>
              <a:t>Exclui uma tarefa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1560" y="55321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80">
                <a:solidFill>
                  <a:srgbClr val="94A3B8"/>
                </a:solidFill>
              </a:rPr>
              <a:t>O FastAPI gera a página /docs, onde dá pra testar as rotas pelo navegador.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Projeto online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Onde cada parte ficou hospedada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417320"/>
            <a:ext cx="2331720" cy="1325880"/>
          </a:xfrm>
          <a:prstGeom prst="roundRect">
            <a:avLst>
              <a:gd name="adj" fmla="val 6207"/>
            </a:avLst>
          </a:prstGeom>
          <a:solidFill>
            <a:srgbClr val="101827"/>
          </a:solidFill>
          <a:ln w="12700">
            <a:solidFill>
              <a:srgbClr val="F8FAF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6192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GitHub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039112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Onde ficou salvo o código do projeto.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2331720" cy="1325880"/>
          </a:xfrm>
          <a:prstGeom prst="roundRect">
            <a:avLst>
              <a:gd name="adj" fmla="val 6207"/>
            </a:avLst>
          </a:prstGeom>
          <a:solidFill>
            <a:srgbClr val="101827"/>
          </a:solidFill>
          <a:ln w="12700">
            <a:solidFill>
              <a:srgbClr val="60A5F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9476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79392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22192" y="2039112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Roda a API usando Uvicorn.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2331720" cy="1325880"/>
          </a:xfrm>
          <a:prstGeom prst="roundRect">
            <a:avLst>
              <a:gd name="adj" fmla="val 6207"/>
            </a:avLst>
          </a:prstGeom>
          <a:solidFill>
            <a:srgbClr val="10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22592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Neon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2039112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Banco conectado pela variável DATABASE_URL.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144000" y="1417320"/>
            <a:ext cx="2331720" cy="1325880"/>
          </a:xfrm>
          <a:prstGeom prst="roundRect">
            <a:avLst>
              <a:gd name="adj" fmla="val 6207"/>
            </a:avLst>
          </a:prstGeom>
          <a:solidFill>
            <a:srgbClr val="10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81160" y="1581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65792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Streamlit 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08592" y="2039112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80">
                <a:solidFill>
                  <a:srgbClr val="CBD5E1"/>
                </a:solidFill>
              </a:rPr>
              <a:t>Mostra a tela do sistema para o usuário.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310128" y="2103120"/>
            <a:ext cx="301752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35040" y="2103120"/>
            <a:ext cx="3200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78240" y="2103120"/>
            <a:ext cx="320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51560" y="3703320"/>
            <a:ext cx="10012680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417320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50" b="1">
                <a:solidFill>
                  <a:srgbClr val="22C55E"/>
                </a:solidFill>
              </a:rPr>
              <a:t>Configuração usada no Render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17320" y="4343400"/>
            <a:ext cx="8915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>
                <a:solidFill>
                  <a:srgbClr val="CBD5E1"/>
                </a:solidFill>
              </a:rPr>
              <a:t>Build: pip install -r requirements.txt</a:t>
            </a:r>
            <a:endParaRPr lang="en-US" sz="1150" dirty="0"/>
          </a:p>
          <a:p>
            <a:r>
              <a:rPr sz="1150">
                <a:solidFill>
                  <a:srgbClr val="CBD5E1"/>
                </a:solidFill>
              </a:rPr>
              <a:t>Start: uvicorn main:app --host 0.0.0.0 --port $PORT</a:t>
            </a:r>
          </a:p>
          <a:p>
            <a:r>
              <a:rPr sz="1150">
                <a:solidFill>
                  <a:srgbClr val="CBD5E1"/>
                </a:solidFill>
              </a:rPr>
              <a:t>DATABASE_URL: link de conexão do Neon</a:t>
            </a:r>
          </a:p>
        </p:txBody>
      </p:sp>
      <p:sp>
        <p:nvSpPr>
          <p:cNvPr id="27" name="Text 25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Como apresentar funcionando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Uma ordem simples pra mostrar o projeto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280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28016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27048" y="1426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1. Abrir o Streamlit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847088"/>
            <a:ext cx="2862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Mostrar a tela de login e falar que ali é o front-end.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636008" y="1280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36008" y="1280160"/>
            <a:ext cx="7315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94376" y="1426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2. Fazer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847088"/>
            <a:ext cx="2862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Entrar com um usuário já cadastrado.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403336" y="1280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03336" y="1280160"/>
            <a:ext cx="73152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61704" y="1426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3. Criar uma tarefa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04504" y="1847088"/>
            <a:ext cx="2862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Exemplo: “Academia”, dia 19/05, às 21:30.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6868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703320"/>
            <a:ext cx="73152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27048" y="3849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4. Mostrar a lista e o status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4270248"/>
            <a:ext cx="2862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Mostrar que a tarefa ficou salva no sistema.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636008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36008" y="3703320"/>
            <a:ext cx="73152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94376" y="3849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5. Abrir o /docs da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37176" y="4270248"/>
            <a:ext cx="2862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Mostrar as rotas da API funcionando no Render.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300" b="1">
                <a:solidFill>
                  <a:srgbClr val="F8FAFC"/>
                </a:solidFill>
                <a:latin typeface="Aptos Display"/>
              </a:rPr>
              <a:t>Conclusão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94A3B8"/>
                </a:solidFill>
              </a:rPr>
              <a:t>O que foi entregue e o que poderia melhorar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42416"/>
            <a:ext cx="10927080" cy="0"/>
          </a:xfrm>
          <a:prstGeom prst="line">
            <a:avLst/>
          </a:prstGeom>
          <a:noFill/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2984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F8FAFC"/>
                </a:solidFill>
              </a:rPr>
              <a:t>O projeto ficou funcionando online e com as partes principais integradas.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148840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231343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18488" y="2295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Requisitos atendidos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2715768"/>
            <a:ext cx="27249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Front-end, back-end, API, banco de dados e deploy online.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26280" y="214884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26280" y="2148840"/>
            <a:ext cx="73152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27448" y="231343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84648" y="2295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Utilidade do sistema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7448" y="2715768"/>
            <a:ext cx="27249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Ajuda a organizar tarefas com data, hora e status, deixando tudo salvo no banco.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92440" y="21488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0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73152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93608" y="231343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50808" y="2295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F8FAFC"/>
                </a:solidFill>
              </a:rPr>
              <a:t>Melhorias futuras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2715768"/>
            <a:ext cx="2450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20">
                <a:solidFill>
                  <a:srgbClr val="CBD5E1"/>
                </a:solidFill>
              </a:rPr>
              <a:t>Colocar lembretes automáticos, filtros por data e edição mais completa das tarefas.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371600" y="4983480"/>
            <a:ext cx="9418320" cy="658368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00200" y="521208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50" b="1">
                <a:solidFill>
                  <a:srgbClr val="DCFCE7"/>
                </a:solidFill>
              </a:rPr>
              <a:t>Resultado final: sistema funcionando com Streamlit Cloud, FastAPI no Render e Neon PostgreSQL.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38360" y="6446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Agenda de Tarefas •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Projeto escolar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de Tarefas</dc:title>
  <dc:subject>Projeto Agenda de Tarefas com Streamlit, FastAPI, Render e Neon</dc:subject>
  <dc:creator>ChatGPT</dc:creator>
  <cp:lastModifiedBy>ChatGPT</cp:lastModifiedBy>
  <cp:revision>1</cp:revision>
  <dcterms:created xsi:type="dcterms:W3CDTF">2026-05-19T19:20:45Z</dcterms:created>
  <dcterms:modified xsi:type="dcterms:W3CDTF">2026-05-19T19:20:45Z</dcterms:modified>
</cp:coreProperties>
</file>